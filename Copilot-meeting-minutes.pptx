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Copilot in Teams meetings as a minute-taking aid. Facts drawn from Microsoft Support pages 'Use Copilot in Microsoft Teams meetings' and 'Use Copilot without transcribing or recording a Teams meeting or call'.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Transcription is required for Copilot in a meeting unless the organiser sets Copilot to 'Only during the meeting'.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Support, 'Use Copilot in Microsoft Teams meetings'. Chat data up to 24 hours before the meeting is included once transcription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Support, 'Use Copilot in Microsoft Teams meetings'. Organisers control Copilot for meetings they organise, even without a licence.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Support, 'Use Copilot in Microsoft Teams meetings'.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Support, 'Use Copilot in Microsoft Teams meetings'.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prompts are suggestions, not Microsoft-published text. Test against a real transcript before circulating.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is a recommendation. Align sign-off and filing with your governance for formal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Support, 'Use Copilot without transcribing or recording a Teams meeting or call'.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Microsoft Support pages on Copilot in Teams meetings and the Copilot in Teams FAQ. Retention point: Microsoft 365 retention policies govern transcripts and recaps.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 organisation's current AI policy before quoting it. Recap access detail comes from a third-party guide; confirm in your 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support.microsoft.com 'Use Copilot in Microsoft Teams meetings'; 'Use Copilot without transcribing or recording a Teams meeting or call'; 'Frequently asked questions about Copilot in Microsoft Teams'.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5669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Copilot for meeting minutes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Copilot for meeting minutes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Using Microsoft Copilot in Teams to draft, check and file minutes</a:t>
            </a:r>
            <a:endParaRPr lang="en-US" sz="1800" dirty="0"/>
          </a:p>
        </p:txBody>
      </p:sp>
      <p:sp>
        <p:nvSpPr>
          <p:cNvPr id="4" name="Title motif circle"/>
          <p:cNvSpPr/>
          <p:nvPr/>
        </p:nvSpPr>
        <p:spPr>
          <a:xfrm>
            <a:off x="6583680" y="1280160"/>
            <a:ext cx="2194560" cy="21945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Clipboard icon" descr="Clipboar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8288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short version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Copilot drafts the notes. You own the minutes.</a:t>
            </a:r>
            <a:endParaRPr lang="en-US" sz="2200" dirty="0"/>
          </a:p>
        </p:txBody>
      </p:sp>
      <p:sp>
        <p:nvSpPr>
          <p:cNvPr id="4" name="Card 1"/>
          <p:cNvSpPr/>
          <p:nvPr/>
        </p:nvSpPr>
        <p:spPr>
          <a:xfrm>
            <a:off x="457200" y="17830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Icon circle 1"/>
          <p:cNvSpPr/>
          <p:nvPr/>
        </p:nvSpPr>
        <p:spPr>
          <a:xfrm>
            <a:off x="685800" y="201168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1602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Needs a transcript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Copilot works from the transcript, unless the organiser allows Copilot only during the meeting.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91840" y="17830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Icon circle 2"/>
          <p:cNvSpPr/>
          <p:nvPr/>
        </p:nvSpPr>
        <p:spPr>
          <a:xfrm>
            <a:off x="3520440" y="201168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1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21602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Draft, not record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can misattribute or miss points. Check against the transcript before you issue.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126480" y="17830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Icon circle 3"/>
          <p:cNvSpPr/>
          <p:nvPr/>
        </p:nvSpPr>
        <p:spPr>
          <a:xfrm>
            <a:off x="6355080" y="201168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6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670" y="216027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Organiser decides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organiser sets Copilot per meeting. Licensing and policy limits still apply.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it works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457200" y="1280160"/>
            <a:ext cx="22860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Step number circle 1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Transcript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Teams transcribes what is said in the meeting.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880360" y="2148840"/>
            <a:ext cx="411480" cy="365760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9" name="Step card 2"/>
          <p:cNvSpPr/>
          <p:nvPr/>
        </p:nvSpPr>
        <p:spPr>
          <a:xfrm>
            <a:off x="3429000" y="1280160"/>
            <a:ext cx="22860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Step number circle 2"/>
          <p:cNvSpPr/>
          <p:nvPr/>
        </p:nvSpPr>
        <p:spPr>
          <a:xfrm>
            <a:off x="3657600" y="150876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Copilot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Summarises discussion, key points and tasks assigned to people.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5852160" y="2148840"/>
            <a:ext cx="411480" cy="365760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Step card 3"/>
          <p:cNvSpPr/>
          <p:nvPr/>
        </p:nvSpPr>
        <p:spPr>
          <a:xfrm>
            <a:off x="6400800" y="1280160"/>
            <a:ext cx="22860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Step number circle 3"/>
          <p:cNvSpPr/>
          <p:nvPr/>
        </p:nvSpPr>
        <p:spPr>
          <a:xfrm>
            <a:off x="6629400" y="150876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Recap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it from the Recap tab or the meeting chat.</a:t>
            </a:r>
            <a:endParaRPr lang="en-US" sz="1400" dirty="0"/>
          </a:p>
        </p:txBody>
      </p:sp>
      <p:sp>
        <p:nvSpPr>
          <p:cNvPr id="20" name="Chat context strip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Copilot also reads meeting chat from up to 24 hours before the meeting, once transcription starts.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Set up before the meeting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Organiser picks one option under Allow Copilot in meeting options:</a:t>
            </a:r>
            <a:endParaRPr lang="en-US" sz="1400" dirty="0"/>
          </a:p>
        </p:txBody>
      </p:sp>
      <p:sp>
        <p:nvSpPr>
          <p:cNvPr id="4" name="Option card 1"/>
          <p:cNvSpPr/>
          <p:nvPr/>
        </p:nvSpPr>
        <p:spPr>
          <a:xfrm>
            <a:off x="457200" y="150876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During and after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Transcription is required. Recap and Copilot chat stay available after the meeting.</a:t>
            </a:r>
            <a:endParaRPr lang="en-US" sz="1400" dirty="0"/>
          </a:p>
        </p:txBody>
      </p:sp>
      <p:sp>
        <p:nvSpPr>
          <p:cNvPr id="7" name="Option card 2"/>
          <p:cNvSpPr/>
          <p:nvPr/>
        </p:nvSpPr>
        <p:spPr>
          <a:xfrm>
            <a:off x="3291840" y="150876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Only during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48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use only. No standard transcript is saved, so there is nothing to recap afterwards.</a:t>
            </a:r>
            <a:endParaRPr lang="en-US" sz="1400" dirty="0"/>
          </a:p>
        </p:txBody>
      </p:sp>
      <p:sp>
        <p:nvSpPr>
          <p:cNvPr id="10" name="Option card 3"/>
          <p:cNvSpPr/>
          <p:nvPr/>
        </p:nvSpPr>
        <p:spPr>
          <a:xfrm>
            <a:off x="6126480" y="150876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Off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148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Copilot and transcription are both disabled for the meeting.</a:t>
            </a:r>
            <a:endParaRPr lang="en-US" sz="1400" dirty="0"/>
          </a:p>
        </p:txBody>
      </p:sp>
      <p:sp>
        <p:nvSpPr>
          <p:cNvPr id="13" name="Licence and scope card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56616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Licence: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Microsoft 365 Copilot, or Teams Premium for intelligent recap.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Scope: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internal meetings only. Not available in externally hosted meetings.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During the meeting</a:t>
            </a:r>
            <a:endParaRPr lang="en-US" sz="3400" dirty="0"/>
          </a:p>
        </p:txBody>
      </p:sp>
      <p:sp>
        <p:nvSpPr>
          <p:cNvPr id="3" name="Row card 1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Row icon circle 1"/>
          <p:cNvSpPr/>
          <p:nvPr/>
        </p:nvSpPr>
        <p:spPr>
          <a:xfrm>
            <a:off x="640080" y="130302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Row icon 1" descr="Row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287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Catch up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108960" y="11887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Joined more than 5 minutes late? Copilot offers a summary of what you missed.</a:t>
            </a:r>
            <a:endParaRPr lang="en-US" sz="1400" dirty="0"/>
          </a:p>
        </p:txBody>
      </p:sp>
      <p:sp>
        <p:nvSpPr>
          <p:cNvPr id="8" name="Row card 2"/>
          <p:cNvSpPr/>
          <p:nvPr/>
        </p:nvSpPr>
        <p:spPr>
          <a:xfrm>
            <a:off x="457200" y="2029968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Row icon circle 2"/>
          <p:cNvSpPr/>
          <p:nvPr/>
        </p:nvSpPr>
        <p:spPr>
          <a:xfrm>
            <a:off x="640080" y="2144268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Row icon 2" descr="Row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226999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0299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108960" y="202996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Query disagreements, differing views and open agenda items in a private Copilot chat.</a:t>
            </a:r>
            <a:endParaRPr lang="en-US" sz="1400" dirty="0"/>
          </a:p>
        </p:txBody>
      </p:sp>
      <p:sp>
        <p:nvSpPr>
          <p:cNvPr id="13" name="Row card 3"/>
          <p:cNvSpPr/>
          <p:nvPr/>
        </p:nvSpPr>
        <p:spPr>
          <a:xfrm>
            <a:off x="457200" y="2871216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Row icon circle 3"/>
          <p:cNvSpPr/>
          <p:nvPr/>
        </p:nvSpPr>
        <p:spPr>
          <a:xfrm>
            <a:off x="640080" y="2985516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5" name="Row icon 3" descr="Row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111246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87121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Capture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108960" y="287121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Generate live notes and list tasks while people talk.</a:t>
            </a:r>
            <a:endParaRPr lang="en-US" sz="1400" dirty="0"/>
          </a:p>
        </p:txBody>
      </p:sp>
      <p:sp>
        <p:nvSpPr>
          <p:cNvPr id="18" name="Row card 4"/>
          <p:cNvSpPr/>
          <p:nvPr/>
        </p:nvSpPr>
        <p:spPr>
          <a:xfrm>
            <a:off x="457200" y="3712464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Row icon circle 4"/>
          <p:cNvSpPr/>
          <p:nvPr/>
        </p:nvSpPr>
        <p:spPr>
          <a:xfrm>
            <a:off x="640080" y="3826764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0" name="Row icon 4" descr="Row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952494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71246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Wrap up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3108960" y="371246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prompt appears a few minutes before the scheduled end with key points and next steps by person.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After the meeting</a:t>
            </a:r>
            <a:endParaRPr lang="en-US" sz="3400" dirty="0"/>
          </a:p>
        </p:txBody>
      </p:sp>
      <p:sp>
        <p:nvSpPr>
          <p:cNvPr id="3" name="Where to find it card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Where to find it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Teams Calendar, completed meeting, then the Recap tab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 open Copilot from the meeting chat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Both need a transcript from the meeting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Chat from up to 24 hours before the meeting is included</a:t>
            </a:r>
            <a:endParaRPr lang="en-US" sz="1400" dirty="0"/>
          </a:p>
        </p:txBody>
      </p:sp>
      <p:sp>
        <p:nvSpPr>
          <p:cNvPr id="6" name="What you can pull out card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you can pull out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659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Key discussion points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Next steps and tasks assigned to people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Answers to follow-up questions about the meeting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Export to Word or Excel for editing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Prompts for minutes</a:t>
            </a:r>
            <a:endParaRPr lang="en-US" sz="3400" dirty="0"/>
          </a:p>
        </p:txBody>
      </p:sp>
      <p:graphicFrame>
        <p:nvGraphicFramePr>
          <p:cNvPr id="8" name="Promp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Prompt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Summary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Summarise this meeting in five bullet points for the minutes.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Decisions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List every decision made, and who made or agreed it.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Actions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List action items in a table: action, owner, due date. Flag any with no owner or date.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Open items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What was raised but not resolved? Where did attendees disagree?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Formal minutes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Write formal minutes: attendees, items discussed, decisions, actions. Add nothing that was not said.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From draft to minutes</a:t>
            </a:r>
            <a:endParaRPr lang="en-US" sz="3400" dirty="0"/>
          </a:p>
        </p:txBody>
      </p:sp>
      <p:sp>
        <p:nvSpPr>
          <p:cNvPr id="3" name="Workflow card 1"/>
          <p:cNvSpPr/>
          <p:nvPr/>
        </p:nvSpPr>
        <p:spPr>
          <a:xfrm>
            <a:off x="457200" y="1280160"/>
            <a:ext cx="1920240" cy="32004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Generate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minutes prompts from the Recap tab while the meeting is fresh.</a:t>
            </a:r>
            <a:endParaRPr lang="en-US" sz="1400" dirty="0"/>
          </a:p>
        </p:txBody>
      </p:sp>
      <p:sp>
        <p:nvSpPr>
          <p:cNvPr id="7" name="Workflow card 2"/>
          <p:cNvSpPr/>
          <p:nvPr/>
        </p:nvSpPr>
        <p:spPr>
          <a:xfrm>
            <a:off x="2560320" y="1280160"/>
            <a:ext cx="1920240" cy="32004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148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Verify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7889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names, decisions and figures against the transcript.</a:t>
            </a:r>
            <a:endParaRPr lang="en-US" sz="1400" dirty="0"/>
          </a:p>
        </p:txBody>
      </p:sp>
      <p:sp>
        <p:nvSpPr>
          <p:cNvPr id="11" name="Workflow card 3"/>
          <p:cNvSpPr/>
          <p:nvPr/>
        </p:nvSpPr>
        <p:spPr>
          <a:xfrm>
            <a:off x="4663440" y="1280160"/>
            <a:ext cx="1920240" cy="32004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148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Add context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889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attendees, apologies and anything not said on the call.</a:t>
            </a:r>
            <a:endParaRPr lang="en-US" sz="1400" dirty="0"/>
          </a:p>
        </p:txBody>
      </p:sp>
      <p:sp>
        <p:nvSpPr>
          <p:cNvPr id="15" name="Workflow card 4"/>
          <p:cNvSpPr/>
          <p:nvPr/>
        </p:nvSpPr>
        <p:spPr>
          <a:xfrm>
            <a:off x="6766560" y="1280160"/>
            <a:ext cx="1920240" cy="32004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148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Approve and file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7889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Chair signs off. Store with the meeting record. Mark as AI-assisted.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No transcript, no recap</a:t>
            </a:r>
            <a:endParaRPr lang="en-US" sz="3400" dirty="0"/>
          </a:p>
        </p:txBody>
      </p:sp>
      <p:sp>
        <p:nvSpPr>
          <p:cNvPr id="3" name="Only during card"/>
          <p:cNvSpPr/>
          <p:nvPr/>
        </p:nvSpPr>
        <p:spPr>
          <a:xfrm>
            <a:off x="457200" y="1280160"/>
            <a:ext cx="502920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Copilot set to 'Only during the meeting'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notes and tasks are available in the meeting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standard transcript is created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Afterwards, only information from the point a transcript started is available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Prompts and responses may still be retained under Purview policy and be discoverable</a:t>
            </a:r>
            <a:endParaRPr lang="en-US" sz="1400" dirty="0"/>
          </a:p>
        </p:txBody>
      </p:sp>
      <p:sp>
        <p:nvSpPr>
          <p:cNvPr id="6" name="Callout card"/>
          <p:cNvSpPr/>
          <p:nvPr/>
        </p:nvSpPr>
        <p:spPr>
          <a:xfrm>
            <a:off x="5760720" y="1280160"/>
            <a:ext cx="2926080" cy="320040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645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the notes out before you leave.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Nothing is left to recap later.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Limits to know</a:t>
            </a:r>
            <a:endParaRPr lang="en-US" sz="3400" dirty="0"/>
          </a:p>
        </p:txBody>
      </p:sp>
      <p:sp>
        <p:nvSpPr>
          <p:cNvPr id="3" name="Limit card 1"/>
          <p:cNvSpPr/>
          <p:nvPr/>
        </p:nvSpPr>
        <p:spPr>
          <a:xfrm>
            <a:off x="457200" y="12344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Limit icon circle 1"/>
          <p:cNvSpPr/>
          <p:nvPr/>
        </p:nvSpPr>
        <p:spPr>
          <a:xfrm>
            <a:off x="640080" y="139903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Limit icon 1" descr="Limit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133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99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meeting only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Answers come from that meeting's transcript only.</a:t>
            </a:r>
            <a:endParaRPr lang="en-US" sz="1400" dirty="0"/>
          </a:p>
        </p:txBody>
      </p:sp>
      <p:sp>
        <p:nvSpPr>
          <p:cNvPr id="8" name="Limit card 2"/>
          <p:cNvSpPr/>
          <p:nvPr/>
        </p:nvSpPr>
        <p:spPr>
          <a:xfrm>
            <a:off x="3291840" y="12344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Limit icon circle 2"/>
          <p:cNvSpPr/>
          <p:nvPr/>
        </p:nvSpPr>
        <p:spPr>
          <a:xfrm>
            <a:off x="3474720" y="139903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Limit icon 2" descr="Limit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51333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399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Transcript-bound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the transcript goes, Copilot history for that meeting goes too.</a:t>
            </a:r>
            <a:endParaRPr lang="en-US" sz="1400" dirty="0"/>
          </a:p>
        </p:txBody>
      </p:sp>
      <p:sp>
        <p:nvSpPr>
          <p:cNvPr id="13" name="Limit card 3"/>
          <p:cNvSpPr/>
          <p:nvPr/>
        </p:nvSpPr>
        <p:spPr>
          <a:xfrm>
            <a:off x="6126480" y="12344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Limit icon circle 3"/>
          <p:cNvSpPr/>
          <p:nvPr/>
        </p:nvSpPr>
        <p:spPr>
          <a:xfrm>
            <a:off x="6309360" y="139903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5" name="Limit icon 3" descr="Limit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51333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399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Internal only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available in meetings hosted outside your organisation.</a:t>
            </a:r>
            <a:endParaRPr lang="en-US" sz="1400" dirty="0"/>
          </a:p>
        </p:txBody>
      </p:sp>
      <p:sp>
        <p:nvSpPr>
          <p:cNvPr id="18" name="Limit card 4"/>
          <p:cNvSpPr/>
          <p:nvPr/>
        </p:nvSpPr>
        <p:spPr>
          <a:xfrm>
            <a:off x="457200" y="292608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Limit icon circle 4"/>
          <p:cNvSpPr/>
          <p:nvPr/>
        </p:nvSpPr>
        <p:spPr>
          <a:xfrm>
            <a:off x="640080" y="309067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0" name="Limit icon 4" descr="Limit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0497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090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Retention applies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Transcripts and recaps follow your M365 retention policies.</a:t>
            </a:r>
            <a:endParaRPr lang="en-US" sz="1400" dirty="0"/>
          </a:p>
        </p:txBody>
      </p:sp>
      <p:sp>
        <p:nvSpPr>
          <p:cNvPr id="23" name="Limit card 5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Limit icon circle 5"/>
          <p:cNvSpPr/>
          <p:nvPr/>
        </p:nvSpPr>
        <p:spPr>
          <a:xfrm>
            <a:off x="3474720" y="309067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5" name="Limit icon 5" descr="Limit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204972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090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Can get it wrong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Speakers, figures and nuance can be misattributed or missed.</a:t>
            </a:r>
            <a:endParaRPr lang="en-US" sz="1400" dirty="0"/>
          </a:p>
        </p:txBody>
      </p:sp>
      <p:sp>
        <p:nvSpPr>
          <p:cNvPr id="28" name="Limit card 6"/>
          <p:cNvSpPr/>
          <p:nvPr/>
        </p:nvSpPr>
        <p:spPr>
          <a:xfrm>
            <a:off x="6126480" y="292608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Limit icon circle 6"/>
          <p:cNvSpPr/>
          <p:nvPr/>
        </p:nvSpPr>
        <p:spPr>
          <a:xfrm>
            <a:off x="6309360" y="309067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0" name="Limit icon 6" descr="Limit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204972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090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draft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a verified record until a person approves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Governance checklist</a:t>
            </a:r>
            <a:endParaRPr lang="en-US" sz="3400" dirty="0"/>
          </a:p>
        </p:txBody>
      </p:sp>
      <p:sp>
        <p:nvSpPr>
          <p:cNvPr id="3" name="Check card 1"/>
          <p:cNvSpPr/>
          <p:nvPr/>
        </p:nvSpPr>
        <p:spPr>
          <a:xfrm>
            <a:off x="457200" y="123444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Check circle 1"/>
          <p:cNvSpPr/>
          <p:nvPr/>
        </p:nvSpPr>
        <p:spPr>
          <a:xfrm>
            <a:off x="640080" y="148590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5" name="Check icon 1" descr="Check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002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344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the content suitable for transcription and AI processing?</a:t>
            </a:r>
            <a:endParaRPr lang="en-US" sz="1400" dirty="0"/>
          </a:p>
        </p:txBody>
      </p:sp>
      <p:sp>
        <p:nvSpPr>
          <p:cNvPr id="7" name="Check card 2"/>
          <p:cNvSpPr/>
          <p:nvPr/>
        </p:nvSpPr>
        <p:spPr>
          <a:xfrm>
            <a:off x="4663440" y="123444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Check circle 2"/>
          <p:cNvSpPr/>
          <p:nvPr/>
        </p:nvSpPr>
        <p:spPr>
          <a:xfrm>
            <a:off x="4846320" y="148590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9" name="Check icon 2" descr="Check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6002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12344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Does your AI policy permit Copilot on this content?</a:t>
            </a:r>
            <a:endParaRPr lang="en-US" sz="1400" dirty="0"/>
          </a:p>
        </p:txBody>
      </p:sp>
      <p:sp>
        <p:nvSpPr>
          <p:cNvPr id="11" name="Check card 3"/>
          <p:cNvSpPr/>
          <p:nvPr/>
        </p:nvSpPr>
        <p:spPr>
          <a:xfrm>
            <a:off x="457200" y="233172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Check circle 3"/>
          <p:cNvSpPr/>
          <p:nvPr/>
        </p:nvSpPr>
        <p:spPr>
          <a:xfrm>
            <a:off x="640080" y="258318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3" name="Check icon 3" descr="Check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6974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3317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Have attendees been told transcription is on?</a:t>
            </a:r>
            <a:endParaRPr lang="en-US" sz="1400" dirty="0"/>
          </a:p>
        </p:txBody>
      </p:sp>
      <p:sp>
        <p:nvSpPr>
          <p:cNvPr id="15" name="Check card 4"/>
          <p:cNvSpPr/>
          <p:nvPr/>
        </p:nvSpPr>
        <p:spPr>
          <a:xfrm>
            <a:off x="4663440" y="233172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Check circle 4"/>
          <p:cNvSpPr/>
          <p:nvPr/>
        </p:nvSpPr>
        <p:spPr>
          <a:xfrm>
            <a:off x="4846320" y="258318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7" name="Check icon 4" descr="Check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269748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0" y="23317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retention policies cover transcripts and recaps?</a:t>
            </a:r>
            <a:endParaRPr lang="en-US" sz="1400" dirty="0"/>
          </a:p>
        </p:txBody>
      </p:sp>
      <p:sp>
        <p:nvSpPr>
          <p:cNvPr id="19" name="Check card 5"/>
          <p:cNvSpPr/>
          <p:nvPr/>
        </p:nvSpPr>
        <p:spPr>
          <a:xfrm>
            <a:off x="457200" y="342900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Check circle 5"/>
          <p:cNvSpPr/>
          <p:nvPr/>
        </p:nvSpPr>
        <p:spPr>
          <a:xfrm>
            <a:off x="640080" y="368046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1" name="Check icon 5" descr="Check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79476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34290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you know who can open the recap? Invited attendees usually can.</a:t>
            </a:r>
            <a:endParaRPr lang="en-US" sz="1400" dirty="0"/>
          </a:p>
        </p:txBody>
      </p:sp>
      <p:sp>
        <p:nvSpPr>
          <p:cNvPr id="23" name="Check card 6"/>
          <p:cNvSpPr/>
          <p:nvPr/>
        </p:nvSpPr>
        <p:spPr>
          <a:xfrm>
            <a:off x="4663440" y="342900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Check circle 6"/>
          <p:cNvSpPr/>
          <p:nvPr/>
        </p:nvSpPr>
        <p:spPr>
          <a:xfrm>
            <a:off x="4846320" y="368046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5" name="Check icon 6" descr="Check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379476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86400" y="34290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Will the minutes be marked AI-assisted and approved by a person?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3" name="Takeaway circle 1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Turn on transcription, or the recap does not exist.</a:t>
            </a:r>
            <a:endParaRPr lang="en-US" sz="2200" dirty="0"/>
          </a:p>
        </p:txBody>
      </p:sp>
      <p:sp>
        <p:nvSpPr>
          <p:cNvPr id="6" name="Takeaway circle 2"/>
          <p:cNvSpPr/>
          <p:nvPr/>
        </p:nvSpPr>
        <p:spPr>
          <a:xfrm>
            <a:off x="457200" y="2514600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423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Use prompts built for minutes: decisions, actions, open items.</a:t>
            </a:r>
            <a:endParaRPr lang="en-US" sz="2200" dirty="0"/>
          </a:p>
        </p:txBody>
      </p:sp>
      <p:sp>
        <p:nvSpPr>
          <p:cNvPr id="9" name="Takeaway circle 3"/>
          <p:cNvSpPr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474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Verify, add context, approve. Copilot drafts, you own the minutes.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pilot Minutes">
  <a:themeElements>
    <a:clrScheme name="Copilot Minutes">
      <a:dk1>
        <a:srgbClr val="1B2A2F"/>
      </a:dk1>
      <a:lt1>
        <a:srgbClr val="FFFFFF"/>
      </a:lt1>
      <a:dk2>
        <a:srgbClr val="0F3D44"/>
      </a:dk2>
      <a:lt2>
        <a:srgbClr val="E9F1F1"/>
      </a:lt2>
      <a:accent1>
        <a:srgbClr val="0F7C86"/>
      </a:accent1>
      <a:accent2>
        <a:srgbClr val="F2A541"/>
      </a:accent2>
      <a:accent3>
        <a:srgbClr val="C8553D"/>
      </a:accent3>
      <a:accent4>
        <a:srgbClr val="5B8E7D"/>
      </a:accent4>
      <a:accent5>
        <a:srgbClr val="7A8F94"/>
      </a:accent5>
      <a:accent6>
        <a:srgbClr val="2D5D66"/>
      </a:accent6>
      <a:hlink>
        <a:srgbClr val="0F7C86"/>
      </a:hlink>
      <a:folHlink>
        <a:srgbClr val="5B8E7D"/>
      </a:folHlink>
    </a:clrScheme>
    <a:fontScheme name="Copilot Minut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for meeting minutes</dc:title>
  <dc:subject>PptxGenJS Presentation</dc:subject>
  <dc:creator>PptxGenJS</dc:creator>
  <cp:lastModifiedBy>PptxGenJS</cp:lastModifiedBy>
  <cp:revision>1</cp:revision>
  <dcterms:created xsi:type="dcterms:W3CDTF">2026-10-26T13:59:37Z</dcterms:created>
  <dcterms:modified xsi:type="dcterms:W3CDTF">2026-10-26T13:59:37Z</dcterms:modified>
</cp:coreProperties>
</file>